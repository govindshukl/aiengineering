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AI/ML Center of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D7D31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Bank ABC | Innovation &amp; Digitization | 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an AI/ML Center of Excellence?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✗  Fragmented AI initiatives across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✗  Inconsistent governance &amp; risk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✗  Regulatory scrutiny increasing (CBB)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✗  Duplicated efforts, no reusable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✗  Skills gap limiting AI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CoE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Central governance with clear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Standardized risk framework (Tier 1/2/3)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Regulatory-aligned processes (CBB, Basel)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Shared platform, reusable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Structured training &amp; capability building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A CoE provides the structure to scale AI responsibly while maintaining regulatory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Strategic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Accelerate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50%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time-to-production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486400" cy="21945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Reduce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Zero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regulatory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1945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Optimize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30%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 duplicated efforts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486400" cy="219456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D7D31"/>
                </a:solidFill>
              </a:defRPr>
            </a:pPr>
            <a:r>
              <a:t>Build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100%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AI literacy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CoE Structure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926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Core Team: 5 FTEs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CoE Lead - Strategy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AI Architect - Platform &amp;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Model Risk Specialist -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AI Product Manager - Hub &amp;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AI Trainer - Capability Building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29260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Federated Champions: 6 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Retail Banking 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Corporate Banking Champion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Treasury Champion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Operations Champion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Risk &amp; Compliance 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Digital Channels Champion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Operating Model: Lean Core, Federated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Small central team sets standards, manages platform, ensures compliance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Champions embedded in BUs drive adoption without creating bottlenecks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Tiered governance: Tier 3 self-service, Tier 2 standard, Tier 1 strategic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CoE Ownership &amp; Accountability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1031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Framework, policy, steering committee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280160"/>
            <a:ext cx="3474720" cy="21031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Model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Inventory, validation,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280160"/>
            <a:ext cx="3474720" cy="21031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MLOps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Hub, pipelines,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474720" cy="21031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Copilot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O365 Copilot policies &amp;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657600"/>
            <a:ext cx="3474720" cy="21031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Specialized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Fraud, Agentic AI, high-risk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657600"/>
            <a:ext cx="3474720" cy="2103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931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Capability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Training, certification, CoP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Investment &amp; Expected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Investment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Core Team (5 FTEs)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MLOps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AI/Automation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Training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Copilot Licenses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Expected Returns (Year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30+ production AI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10,000+ hours saved via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40% process automation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Zero critical regulatory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50% faster model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11247120" cy="18288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Business Case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Efficiency Gains: Direct cost savings from automation and reduced manual 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Risk Reduction: Avoided regulatory fines and reputational damage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Revenue Enablement: Faster time-to-market for AI-driven products and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43891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Charter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Core team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Governance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43891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Hub v1.0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80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Champion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91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First use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2743200" cy="43891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274320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Q3-Q4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20+ 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Training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91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Self-service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371600"/>
            <a:ext cx="2743200" cy="43891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371600"/>
            <a:ext cx="274320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Optimize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468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30+ use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803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MLOps Level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918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Foundation  ━━━━━━━━━━━━━━━━━━━━━━━━━━━━━━━━━━━━━━━━━━━━▶  AI-Driven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Risk-Based Governance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Tier 1: High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Steering Committee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Examples: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Customer-facing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Credit/fraud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Regulatory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65760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Tier 2: Medium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CoE Lead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Examples: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Internal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Process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661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Standard ML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280160"/>
            <a:ext cx="365760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65760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371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Tier 3: Low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11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Champion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4688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Examples: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346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004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Simple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661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Approved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33333"/>
                </a:solidFill>
              </a:defRPr>
            </a:pPr>
            <a:r>
              <a:t>Proportionate governance: Higher risk = more oversight; Lower risk = faster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Decisions Required from Executive Management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371600"/>
            <a:ext cx="105156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Charter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Approve CoE Charter and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CDO, CRO, CCO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331720"/>
            <a:ext cx="105156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Resource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23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Approve 5 FTE core team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423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CDO, CFO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291839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291839"/>
            <a:ext cx="105156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3832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Champion Nomination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832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Nominate BU Champions (6 business units)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BU Heads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251959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4339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251959"/>
            <a:ext cx="105156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3433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Platform Investment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4339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Approve Hub and MLOps platform investment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3433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CDO, CTO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212079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1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212079"/>
            <a:ext cx="105156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Steering 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30351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Confirm Steering Committee composition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303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Target: All decisions approved by end of Q1 2025 to enable Q2 launch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08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Fragmented AI initiatives, inconsistent governance, regulatory risk, skills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AI/ML Center of Excellence with lean core team and federated champion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337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5 FTE core team + platform investment (detailed budget in appendix)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51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30+ AI use cases, 50% faster delivery, zero critical findings, 40%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166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Charter approval, resource allocation, champion nominations by Q1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486400"/>
            <a:ext cx="7589520" cy="10058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5623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Recommendation: Approve CoE Charter to enable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responsible AI adoption at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D7D31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AI Engineering Team | Innovation &amp; Digitization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